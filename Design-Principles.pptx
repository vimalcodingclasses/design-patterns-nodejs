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31-12-2025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31-12-2025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31-12-2025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31-12-2025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Visitor </a:t>
            </a:r>
            <a:r>
              <a:rPr lang="en-IN" sz="4000" smtClean="0"/>
              <a:t>Design </a:t>
            </a:r>
            <a:r>
              <a:rPr lang="en-IN" sz="4000" dirty="0" smtClean="0"/>
              <a:t>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Visitor Design Pattern</a:t>
            </a:r>
            <a:r>
              <a:rPr lang="en-US" sz="2000" dirty="0">
                <a:latin typeface="Calibri" panose="020F0502020204030204" pitchFamily="34" charset="0"/>
                <a:cs typeface="Calibri" panose="020F0502020204030204" pitchFamily="34" charset="0"/>
              </a:rPr>
              <a:t> is a behavioral pattern that allows you to separate algorithms from the objects on which they operate.</a:t>
            </a:r>
          </a:p>
          <a:p>
            <a:r>
              <a:rPr lang="en-US" sz="2000" dirty="0">
                <a:latin typeface="Calibri" panose="020F0502020204030204" pitchFamily="34" charset="0"/>
                <a:cs typeface="Calibri" panose="020F0502020204030204" pitchFamily="34" charset="0"/>
              </a:rPr>
              <a:t>In Node.js and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when you have a stable class structure (like a set of product types or a document object model) but you frequently need to add new operations to them (like calculating taxes, generating XML, or validating data) without modifying the classes themselves.</a:t>
            </a:r>
          </a:p>
        </p:txBody>
      </p:sp>
    </p:spTree>
    <p:extLst>
      <p:ext uri="{BB962C8B-B14F-4D97-AF65-F5344CB8AC3E}">
        <p14:creationId xmlns:p14="http://schemas.microsoft.com/office/powerpoint/2010/main" val="963863343"/>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1321</TotalTime>
  <Words>1281</Words>
  <Application>Microsoft Office PowerPoint</Application>
  <PresentationFormat>Widescreen</PresentationFormat>
  <Paragraphs>51</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lpstr>Visitor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213</cp:revision>
  <dcterms:created xsi:type="dcterms:W3CDTF">2025-09-12T15:33:43Z</dcterms:created>
  <dcterms:modified xsi:type="dcterms:W3CDTF">2025-12-31T02:15:45Z</dcterms:modified>
</cp:coreProperties>
</file>