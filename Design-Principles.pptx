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 id="288" r:id="rId20"/>
    <p:sldId id="289" r:id="rId21"/>
    <p:sldId id="290" r:id="rId22"/>
    <p:sldId id="291"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03-01-2026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03-01-2026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03-01-2026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03-01-2026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Visitor Design </a:t>
            </a:r>
            <a:r>
              <a:rPr lang="en-IN" sz="4000" dirty="0" smtClean="0"/>
              <a:t>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Visitor Design Pattern</a:t>
            </a:r>
            <a:r>
              <a:rPr lang="en-US" sz="2000" dirty="0">
                <a:latin typeface="Calibri" panose="020F0502020204030204" pitchFamily="34" charset="0"/>
                <a:cs typeface="Calibri" panose="020F0502020204030204" pitchFamily="34" charset="0"/>
              </a:rPr>
              <a:t> is a behavioral pattern that allows you to separate algorithms from the objects on which they operate.</a:t>
            </a:r>
          </a:p>
          <a:p>
            <a:r>
              <a:rPr lang="en-US" sz="2000" dirty="0">
                <a:latin typeface="Calibri" panose="020F0502020204030204" pitchFamily="34" charset="0"/>
                <a:cs typeface="Calibri" panose="020F0502020204030204" pitchFamily="34" charset="0"/>
              </a:rPr>
              <a:t>In Node.js and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when you have a stable class structure (like a set of product types or a document object model) but you frequently need to add new operations to them (like calculating taxes, generating XML, or validating data) without modifying the classes themselves.</a:t>
            </a:r>
          </a:p>
        </p:txBody>
      </p:sp>
    </p:spTree>
    <p:extLst>
      <p:ext uri="{BB962C8B-B14F-4D97-AF65-F5344CB8AC3E}">
        <p14:creationId xmlns:p14="http://schemas.microsoft.com/office/powerpoint/2010/main" val="96386334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Adapter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Adapter Pattern is a structural design pattern that allows objects with incompatible interfaces to collaborate. It acts as a wrapper between two objects. It catches calls for one object and transforms them into a format and interface recognizable by the second object.</a:t>
            </a:r>
          </a:p>
          <a:p>
            <a:r>
              <a:rPr lang="en-US" sz="2000" b="1" dirty="0">
                <a:latin typeface="Calibri" panose="020F0502020204030204" pitchFamily="34" charset="0"/>
                <a:cs typeface="Calibri" panose="020F0502020204030204" pitchFamily="34" charset="0"/>
              </a:rPr>
              <a:t>Real-world Analogy:</a:t>
            </a:r>
            <a:r>
              <a:rPr lang="en-US" sz="2000" dirty="0">
                <a:latin typeface="Calibri" panose="020F0502020204030204" pitchFamily="34" charset="0"/>
                <a:cs typeface="Calibri" panose="020F0502020204030204" pitchFamily="34" charset="0"/>
              </a:rPr>
              <a:t> Imagine you are traveling from the US to Europe. Your laptop plug (US standard) won't fit into the wall socket (European standard). You need a </a:t>
            </a:r>
            <a:r>
              <a:rPr lang="en-US" sz="2000" b="1" dirty="0">
                <a:latin typeface="Calibri" panose="020F0502020204030204" pitchFamily="34" charset="0"/>
                <a:cs typeface="Calibri" panose="020F0502020204030204" pitchFamily="34" charset="0"/>
              </a:rPr>
              <a:t>power adapter</a:t>
            </a:r>
            <a:r>
              <a:rPr lang="en-US" sz="2000" dirty="0">
                <a:latin typeface="Calibri" panose="020F0502020204030204" pitchFamily="34" charset="0"/>
                <a:cs typeface="Calibri" panose="020F0502020204030204" pitchFamily="34" charset="0"/>
              </a:rPr>
              <a:t> that accepts your US plug and fits into the European socket.</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73057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Bridge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Bridge Design Pattern is a structural pattern that lets you split a large class or a set of closely related classes into two separate hierarchies—Abstraction and Implementation—which can be developed independently of each other.</a:t>
            </a:r>
          </a:p>
          <a:p>
            <a:endParaRPr lang="en-US" sz="2000" dirty="0">
              <a:latin typeface="Calibri" panose="020F0502020204030204" pitchFamily="34" charset="0"/>
              <a:cs typeface="Calibri" panose="020F0502020204030204" pitchFamily="34" charset="0"/>
            </a:endParaRP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is particularly useful when you want to avoid a "Cartesian product" explosion of class subclasses (e.g., avoiding </a:t>
            </a:r>
            <a:r>
              <a:rPr lang="en-US" sz="2000" dirty="0" err="1">
                <a:latin typeface="Calibri" panose="020F0502020204030204" pitchFamily="34" charset="0"/>
                <a:cs typeface="Calibri" panose="020F0502020204030204" pitchFamily="34" charset="0"/>
              </a:rPr>
              <a:t>WindowsFileDownloader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WindowsFileUploader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LinuxFileUploader</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0393859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Composite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Composite Design Pattern</a:t>
            </a:r>
            <a:r>
              <a:rPr lang="en-US" sz="2000" dirty="0">
                <a:latin typeface="Calibri" panose="020F0502020204030204" pitchFamily="34" charset="0"/>
                <a:cs typeface="Calibri" panose="020F0502020204030204" pitchFamily="34" charset="0"/>
              </a:rPr>
              <a:t> is a structural pattern that lets you compose objects into tree structures to represent part-whole hierarchies. It allows clients to treat individual objects (Leafs) and compositions of objects (Composites) uniformly.</a:t>
            </a:r>
          </a:p>
          <a:p>
            <a:r>
              <a:rPr lang="en-US" sz="2000" dirty="0">
                <a:latin typeface="Calibri" panose="020F0502020204030204" pitchFamily="34" charset="0"/>
                <a:cs typeface="Calibri" panose="020F0502020204030204" pitchFamily="34" charset="0"/>
              </a:rPr>
              <a:t>In the context of </a:t>
            </a:r>
            <a:r>
              <a:rPr lang="en-US" sz="2000" b="1" dirty="0">
                <a:latin typeface="Calibri" panose="020F0502020204030204" pitchFamily="34" charset="0"/>
                <a:cs typeface="Calibri" panose="020F0502020204030204" pitchFamily="34" charset="0"/>
              </a:rPr>
              <a:t>Node.js</a:t>
            </a:r>
            <a:r>
              <a:rPr lang="en-US" sz="2000" dirty="0">
                <a:latin typeface="Calibri" panose="020F0502020204030204" pitchFamily="34" charset="0"/>
                <a:cs typeface="Calibri" panose="020F0502020204030204" pitchFamily="34" charset="0"/>
              </a:rPr>
              <a:t> and </a:t>
            </a:r>
            <a:r>
              <a:rPr lang="en-US" sz="2000" b="1"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for scenarios like building file system tools, managing permission trees, organizing UI component structures for server-side rendering, or creating complex task execution pipelines.</a:t>
            </a:r>
          </a:p>
        </p:txBody>
      </p:sp>
    </p:spTree>
    <p:extLst>
      <p:ext uri="{BB962C8B-B14F-4D97-AF65-F5344CB8AC3E}">
        <p14:creationId xmlns:p14="http://schemas.microsoft.com/office/powerpoint/2010/main" val="308614467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Decorator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Decorator Design Pattern</a:t>
            </a:r>
            <a:r>
              <a:rPr lang="en-US" sz="2000" dirty="0">
                <a:latin typeface="Calibri" panose="020F0502020204030204" pitchFamily="34" charset="0"/>
                <a:cs typeface="Calibri" panose="020F0502020204030204" pitchFamily="34" charset="0"/>
              </a:rPr>
              <a:t> is a structural pattern that allows you to attach new behaviors to objects dynamically by placing these objects inside special wrapper objects that contain the behaviors.</a:t>
            </a: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pattern is incredibly powerful for adhering to the </a:t>
            </a:r>
            <a:r>
              <a:rPr lang="en-US" sz="2000" b="1" dirty="0">
                <a:latin typeface="Calibri" panose="020F0502020204030204" pitchFamily="34" charset="0"/>
                <a:cs typeface="Calibri" panose="020F0502020204030204" pitchFamily="34" charset="0"/>
              </a:rPr>
              <a:t>Single Responsibility Principle</a:t>
            </a:r>
            <a:r>
              <a:rPr lang="en-US" sz="2000" dirty="0">
                <a:latin typeface="Calibri" panose="020F0502020204030204" pitchFamily="34" charset="0"/>
                <a:cs typeface="Calibri" panose="020F0502020204030204" pitchFamily="34" charset="0"/>
              </a:rPr>
              <a:t>. Instead of creating a massive class that does everything (logging, caching, validation, and business logic), you create a core class and "decorate" it with extra features.</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4142346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Facade</a:t>
            </a:r>
            <a:r>
              <a:rPr lang="en-IN" sz="4000" smtClean="0"/>
              <a: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Facade Design Pattern</a:t>
            </a:r>
            <a:r>
              <a:rPr lang="en-US" sz="2000" dirty="0">
                <a:latin typeface="Calibri" panose="020F0502020204030204" pitchFamily="34" charset="0"/>
                <a:cs typeface="Calibri" panose="020F0502020204030204" pitchFamily="34" charset="0"/>
              </a:rPr>
              <a:t> is a structural pattern that provides a simplified, unified interface to a complex set of interfaces within a subsystem.</a:t>
            </a:r>
          </a:p>
          <a:p>
            <a:r>
              <a:rPr lang="en-US" sz="2000" dirty="0">
                <a:latin typeface="Calibri" panose="020F0502020204030204" pitchFamily="34" charset="0"/>
                <a:cs typeface="Calibri" panose="020F0502020204030204" pitchFamily="34" charset="0"/>
              </a:rPr>
              <a:t>Think of it as the "front desk" of a large hotel. Instead of you having to talk to the housekeeping department, the kitchen, and the valet individually, you just speak to the concierge (the Facade), and they coordinate everything behind the scenes for you.</a:t>
            </a:r>
          </a:p>
        </p:txBody>
      </p:sp>
    </p:spTree>
    <p:extLst>
      <p:ext uri="{BB962C8B-B14F-4D97-AF65-F5344CB8AC3E}">
        <p14:creationId xmlns:p14="http://schemas.microsoft.com/office/powerpoint/2010/main" val="1021704088"/>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1361</TotalTime>
  <Words>1700</Words>
  <Application>Microsoft Office PowerPoint</Application>
  <PresentationFormat>Widescreen</PresentationFormat>
  <Paragraphs>67</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lpstr>Visitor Design Pattern</vt:lpstr>
      <vt:lpstr>Adapter Design Pattern</vt:lpstr>
      <vt:lpstr>Bridge Design Pattern</vt:lpstr>
      <vt:lpstr>Composite Design Pattern</vt:lpstr>
      <vt:lpstr>Decorator Design Pattern</vt:lpstr>
      <vt:lpstr>Facade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219</cp:revision>
  <dcterms:created xsi:type="dcterms:W3CDTF">2025-09-12T15:33:43Z</dcterms:created>
  <dcterms:modified xsi:type="dcterms:W3CDTF">2026-01-03T03:38:14Z</dcterms:modified>
</cp:coreProperties>
</file>