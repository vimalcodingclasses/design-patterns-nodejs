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86" r:id="rId18"/>
    <p:sldId id="287"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03-01-2026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03-01-2026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03-01-2026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03-01-2026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Mediator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Mediator design pattern is a behavioral pattern that acts as a central hub for communication between different objects (components). Instead of objects referring to and calling each other directly (creating a chaotic web of dependencies), they send messages to the Mediator, which then routes those messages to the appropriate recipients.</a:t>
            </a:r>
          </a:p>
          <a:p>
            <a:pPr marL="0" indent="0">
              <a:buNone/>
            </a:pP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this is particularly powerful because the ecosystem is heavily based on events. The native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class is essentially a built-in implementation of the Mediator pattern.</a:t>
            </a:r>
          </a:p>
        </p:txBody>
      </p:sp>
    </p:spTree>
    <p:extLst>
      <p:ext uri="{BB962C8B-B14F-4D97-AF65-F5344CB8AC3E}">
        <p14:creationId xmlns:p14="http://schemas.microsoft.com/office/powerpoint/2010/main" val="317957077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Memento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Memento Design Pattern</a:t>
            </a:r>
            <a:r>
              <a:rPr lang="en-US" sz="2000" dirty="0">
                <a:latin typeface="Calibri" panose="020F0502020204030204" pitchFamily="34" charset="0"/>
                <a:cs typeface="Calibri" panose="020F0502020204030204" pitchFamily="34" charset="0"/>
              </a:rPr>
              <a:t> is a behavioral pattern used to save the internal state of an object so that it can be restored later, all without violating encapsulation.</a:t>
            </a:r>
          </a:p>
          <a:p>
            <a:r>
              <a:rPr lang="en-US" sz="2000" dirty="0">
                <a:latin typeface="Calibri" panose="020F0502020204030204" pitchFamily="34" charset="0"/>
                <a:cs typeface="Calibri" panose="020F0502020204030204" pitchFamily="34" charset="0"/>
              </a:rPr>
              <a:t>In the context of an </a:t>
            </a:r>
            <a:r>
              <a:rPr lang="en-US" sz="2000" b="1" dirty="0">
                <a:latin typeface="Calibri" panose="020F0502020204030204" pitchFamily="34" charset="0"/>
                <a:cs typeface="Calibri" panose="020F0502020204030204" pitchFamily="34" charset="0"/>
              </a:rPr>
              <a:t>Express.js</a:t>
            </a:r>
            <a:r>
              <a:rPr lang="en-US" sz="2000" dirty="0">
                <a:latin typeface="Calibri" panose="020F0502020204030204" pitchFamily="34" charset="0"/>
                <a:cs typeface="Calibri" panose="020F0502020204030204" pitchFamily="34" charset="0"/>
              </a:rPr>
              <a:t> application, this is most commonly used for features like </a:t>
            </a:r>
            <a:r>
              <a:rPr lang="en-US" sz="2000" b="1" dirty="0">
                <a:latin typeface="Calibri" panose="020F0502020204030204" pitchFamily="34" charset="0"/>
                <a:cs typeface="Calibri" panose="020F0502020204030204" pitchFamily="34" charset="0"/>
              </a:rPr>
              <a:t>Undo/Redo functionality</a:t>
            </a:r>
            <a:r>
              <a:rPr lang="en-US" sz="2000" dirty="0">
                <a:latin typeface="Calibri" panose="020F0502020204030204" pitchFamily="34" charset="0"/>
                <a:cs typeface="Calibri" panose="020F0502020204030204" pitchFamily="34" charset="0"/>
              </a:rPr>
              <a:t>, </a:t>
            </a:r>
            <a:r>
              <a:rPr lang="en-US" sz="2000" b="1" dirty="0">
                <a:latin typeface="Calibri" panose="020F0502020204030204" pitchFamily="34" charset="0"/>
                <a:cs typeface="Calibri" panose="020F0502020204030204" pitchFamily="34" charset="0"/>
              </a:rPr>
              <a:t>version control</a:t>
            </a:r>
            <a:r>
              <a:rPr lang="en-US" sz="2000" dirty="0">
                <a:latin typeface="Calibri" panose="020F0502020204030204" pitchFamily="34" charset="0"/>
                <a:cs typeface="Calibri" panose="020F0502020204030204" pitchFamily="34" charset="0"/>
              </a:rPr>
              <a:t>, or managing multi-step form wizards where a user might want to step back to a previous state.</a:t>
            </a:r>
          </a:p>
        </p:txBody>
      </p:sp>
    </p:spTree>
    <p:extLst>
      <p:ext uri="{BB962C8B-B14F-4D97-AF65-F5344CB8AC3E}">
        <p14:creationId xmlns:p14="http://schemas.microsoft.com/office/powerpoint/2010/main" val="30006738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Template Method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Template Method Design Pattern</a:t>
            </a:r>
            <a:r>
              <a:rPr lang="en-US" sz="2000" dirty="0">
                <a:latin typeface="Calibri" panose="020F0502020204030204" pitchFamily="34" charset="0"/>
                <a:cs typeface="Calibri" panose="020F0502020204030204" pitchFamily="34" charset="0"/>
              </a:rPr>
              <a:t> is a behavioral pattern that defines the "skeleton" of an algorithm in a base class but lets subclasses override specific steps of the algorithm without changing its overall structure.</a:t>
            </a:r>
          </a:p>
          <a:p>
            <a:r>
              <a:rPr lang="en-US" sz="2000" dirty="0">
                <a:latin typeface="Calibri" panose="020F0502020204030204" pitchFamily="34" charset="0"/>
                <a:cs typeface="Calibri" panose="020F0502020204030204" pitchFamily="34" charset="0"/>
              </a:rPr>
              <a:t>Think of it like a </a:t>
            </a:r>
            <a:r>
              <a:rPr lang="en-US" sz="2000" b="1" dirty="0">
                <a:latin typeface="Calibri" panose="020F0502020204030204" pitchFamily="34" charset="0"/>
                <a:cs typeface="Calibri" panose="020F0502020204030204" pitchFamily="34" charset="0"/>
              </a:rPr>
              <a:t>cooking recipe</a:t>
            </a:r>
            <a:r>
              <a:rPr lang="en-US" sz="2000" dirty="0">
                <a:latin typeface="Calibri" panose="020F0502020204030204" pitchFamily="34" charset="0"/>
                <a:cs typeface="Calibri" panose="020F0502020204030204" pitchFamily="34" charset="0"/>
              </a:rPr>
              <a:t>: The steps (boil water, cook pasta, add sauce) are fixed, but the specific </a:t>
            </a:r>
            <a:r>
              <a:rPr lang="en-US" sz="2000" i="1" dirty="0">
                <a:latin typeface="Calibri" panose="020F0502020204030204" pitchFamily="34" charset="0"/>
                <a:cs typeface="Calibri" panose="020F0502020204030204" pitchFamily="34" charset="0"/>
              </a:rPr>
              <a:t>type</a:t>
            </a:r>
            <a:r>
              <a:rPr lang="en-US" sz="2000" dirty="0">
                <a:latin typeface="Calibri" panose="020F0502020204030204" pitchFamily="34" charset="0"/>
                <a:cs typeface="Calibri" panose="020F0502020204030204" pitchFamily="34" charset="0"/>
              </a:rPr>
              <a:t> of pasta or sauce can be changed by the chef (the subclass).</a:t>
            </a:r>
          </a:p>
        </p:txBody>
      </p:sp>
    </p:spTree>
    <p:extLst>
      <p:ext uri="{BB962C8B-B14F-4D97-AF65-F5344CB8AC3E}">
        <p14:creationId xmlns:p14="http://schemas.microsoft.com/office/powerpoint/2010/main" val="119032691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Visitor Design </a:t>
            </a:r>
            <a:r>
              <a:rPr lang="en-IN" sz="4000" dirty="0" smtClean="0"/>
              <a:t>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Visitor Design Pattern</a:t>
            </a:r>
            <a:r>
              <a:rPr lang="en-US" sz="2000" dirty="0">
                <a:latin typeface="Calibri" panose="020F0502020204030204" pitchFamily="34" charset="0"/>
                <a:cs typeface="Calibri" panose="020F0502020204030204" pitchFamily="34" charset="0"/>
              </a:rPr>
              <a:t> is a behavioral pattern that allows you to separate algorithms from the objects on which they operate.</a:t>
            </a:r>
          </a:p>
          <a:p>
            <a:r>
              <a:rPr lang="en-US" sz="2000" dirty="0">
                <a:latin typeface="Calibri" panose="020F0502020204030204" pitchFamily="34" charset="0"/>
                <a:cs typeface="Calibri" panose="020F0502020204030204" pitchFamily="34" charset="0"/>
              </a:rPr>
              <a:t>In Node.js and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when you have a stable class structure (like a set of product types or a document object model) but you frequently need to add new operations to them (like calculating taxes, generating XML, or validating data) without modifying the classes themselves.</a:t>
            </a:r>
          </a:p>
        </p:txBody>
      </p:sp>
    </p:spTree>
    <p:extLst>
      <p:ext uri="{BB962C8B-B14F-4D97-AF65-F5344CB8AC3E}">
        <p14:creationId xmlns:p14="http://schemas.microsoft.com/office/powerpoint/2010/main" val="96386334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Adapter</a:t>
            </a:r>
            <a:r>
              <a:rPr lang="en-IN" sz="4000" dirty="0" smtClean="0"/>
              <a:t>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Adapter Pattern is a structural design pattern that allows objects with incompatible interfaces to collaborate. It acts as a wrapper between two objects. It catches calls for one object and transforms them into a format and interface recognizable by the second object.</a:t>
            </a:r>
          </a:p>
          <a:p>
            <a:r>
              <a:rPr lang="en-US" sz="2000" b="1" dirty="0">
                <a:latin typeface="Calibri" panose="020F0502020204030204" pitchFamily="34" charset="0"/>
                <a:cs typeface="Calibri" panose="020F0502020204030204" pitchFamily="34" charset="0"/>
              </a:rPr>
              <a:t>Real-world Analogy:</a:t>
            </a:r>
            <a:r>
              <a:rPr lang="en-US" sz="2000" dirty="0">
                <a:latin typeface="Calibri" panose="020F0502020204030204" pitchFamily="34" charset="0"/>
                <a:cs typeface="Calibri" panose="020F0502020204030204" pitchFamily="34" charset="0"/>
              </a:rPr>
              <a:t> Imagine you are traveling from the US to Europe. Your laptop plug (US standard) won't fit into the wall socket (European standard). You need a </a:t>
            </a:r>
            <a:r>
              <a:rPr lang="en-US" sz="2000" b="1" dirty="0">
                <a:latin typeface="Calibri" panose="020F0502020204030204" pitchFamily="34" charset="0"/>
                <a:cs typeface="Calibri" panose="020F0502020204030204" pitchFamily="34" charset="0"/>
              </a:rPr>
              <a:t>power adapter</a:t>
            </a:r>
            <a:r>
              <a:rPr lang="en-US" sz="2000" dirty="0">
                <a:latin typeface="Calibri" panose="020F0502020204030204" pitchFamily="34" charset="0"/>
                <a:cs typeface="Calibri" panose="020F0502020204030204" pitchFamily="34" charset="0"/>
              </a:rPr>
              <a:t> that accepts your US plug and fits into the European socket.</a:t>
            </a:r>
          </a:p>
          <a:p>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77305732"/>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1335</TotalTime>
  <Words>1377</Words>
  <Application>Microsoft Office PowerPoint</Application>
  <PresentationFormat>Widescreen</PresentationFormat>
  <Paragraphs>54</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lpstr>Mediator Design Pattern</vt:lpstr>
      <vt:lpstr>Memento Design Pattern</vt:lpstr>
      <vt:lpstr>Template Method Design Pattern</vt:lpstr>
      <vt:lpstr>Visitor Design Pattern</vt:lpstr>
      <vt:lpstr>Adapter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214</cp:revision>
  <dcterms:created xsi:type="dcterms:W3CDTF">2025-09-12T15:33:43Z</dcterms:created>
  <dcterms:modified xsi:type="dcterms:W3CDTF">2026-01-03T01:26:05Z</dcterms:modified>
</cp:coreProperties>
</file>