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31-12-2025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31-12-2025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31-12-2025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31-12-2025</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1321</TotalTime>
  <Words>1117</Words>
  <Application>Microsoft Office PowerPoint</Application>
  <PresentationFormat>Widescreen</PresentationFormat>
  <Paragraphs>45</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210</cp:revision>
  <dcterms:created xsi:type="dcterms:W3CDTF">2025-09-12T15:33:43Z</dcterms:created>
  <dcterms:modified xsi:type="dcterms:W3CDTF">2025-12-31T01:08:38Z</dcterms:modified>
</cp:coreProperties>
</file>